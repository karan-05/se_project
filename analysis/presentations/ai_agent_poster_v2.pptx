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dPt>
            <c:idx val="0"/>
            <c:spPr>
              <a:solidFill>
                <a:srgbClr val="FF8944"/>
              </a:solidFill>
            </c:spPr>
          </c:dPt>
          <c:dPt>
            <c:idx val="1"/>
            <c:spPr>
              <a:solidFill>
                <a:srgbClr val="22AA92"/>
              </a:solidFill>
            </c:spPr>
          </c:dPt>
          <c:dPt>
            <c:idx val="2"/>
            <c:spPr>
              <a:solidFill>
                <a:srgbClr val="407BFF"/>
              </a:solidFill>
            </c:spPr>
          </c:dPt>
          <c:cat>
            <c:strRef>
              <c:f>Sheet1!$A$2:$A$4</c:f>
              <c:strCache>
                <c:ptCount val="3"/>
                <c:pt idx="0">
                  <c:v>Partial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</c:v>
                </c:pt>
                <c:pt idx="1">
                  <c:v>94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spPr>
            <a:solidFill>
              <a:srgbClr val="407BFF"/>
            </a:solidFill>
          </c:spPr>
          <c:cat>
            <c:strRef>
              <c:f>Sheet1!$A$2:$A$6</c:f>
              <c:strCache>
                <c:ptCount val="5"/>
                <c:pt idx="0">
                  <c:v>Testing &amp; quality</c:v>
                </c:pt>
                <c:pt idx="1">
                  <c:v>UI/UX &amp; creative design, Testing &amp; quality</c:v>
                </c:pt>
                <c:pt idx="2">
                  <c:v>Data science &amp; modeling, Integration &amp; automation</c:v>
                </c:pt>
                <c:pt idx="3">
                  <c:v>Integration &amp; automation, UI/UX &amp; creative design</c:v>
                </c:pt>
                <c:pt idx="4">
                  <c:v>Integration &amp; automation, Documentation &amp; research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23</c:v>
                </c:pt>
                <c:pt idx="2">
                  <c:v>12</c:v>
                </c:pt>
                <c:pt idx="3">
                  <c:v>7</c:v>
                </c:pt>
                <c:pt idx="4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194560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918400" cy="2286000"/>
          </a:xfrm>
          <a:prstGeom prst="rect">
            <a:avLst/>
          </a:prstGeom>
          <a:solidFill>
            <a:srgbClr val="213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"/>
            <a:ext cx="3017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600" b="1">
                <a:solidFill>
                  <a:srgbClr val="FFFFFF"/>
                </a:solidFill>
              </a:defRPr>
            </a:pPr>
            <a:r>
              <a:t>Agentic Delivery Research | Topcoder DataCollector</a:t>
            </a:r>
          </a:p>
          <a:p>
            <a:pPr>
              <a:defRPr sz="3400">
                <a:solidFill>
                  <a:srgbClr val="E0E7FF"/>
                </a:solidFill>
              </a:defRPr>
            </a:pPr>
            <a:r>
              <a:t>Where autonomous software agents stall and how granular task planning bridges the gap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097280" y="2103120"/>
            <a:ext cx="3657600" cy="365760"/>
          </a:xfrm>
          <a:prstGeom prst="rightArrow">
            <a:avLst/>
          </a:prstGeom>
          <a:solidFill>
            <a:srgbClr val="4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834640"/>
            <a:ext cx="9601200" cy="6217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3246120"/>
            <a:ext cx="85953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Introduction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Refactored collectors now deliver resilient retries, schema migrations, and observability spanning thousands of Topcoder challenges.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Research focus: map the frontier where GPT-5 class agents still rely on human expertise across software disciplines.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Scope spans engineering, UX, QA, and data science briefs scored via the AI-feasibility heuristic.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0" y="2834640"/>
            <a:ext cx="9601200" cy="6217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90120" y="3246120"/>
            <a:ext cx="85953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Methodology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Resilient API sweeps hydrate a MySQL warehouse using migration-driven schemas and retry telemetry (Git instrumentation).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Analytics stack parses challenge/body text to score autonomy using prize tiers, submission windows, and risk signals.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Blockers clustered via independence outcomes + member ingestion logs, isolating patterns where agents fail.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Regression tests (pytest) cover formatters and feasibility classifiers to guard against API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0" y="2834640"/>
            <a:ext cx="9144000" cy="6217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62920" y="3246120"/>
            <a:ext cx="813816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Results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Human-led backlog: 94 challenges (46.1%) stay manual despite agent support.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Shared cockpit: 107 challenges (52.5%) rely on guided autonomy.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Autonomous wins: only 3 challenges (1.5%) ship without human touch.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Effort delta: human takeover averages 50.4 hrs vs 23.7 hrs under supervision.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Blockers concentrate in QA coverage, cross-system integrations, and creative/branding deliverables.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0058400"/>
            <a:ext cx="14630400" cy="5943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2A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0469880"/>
            <a:ext cx="136245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Conclusion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Agents falter on briefs mixing UX nuance, unstructured QA acceptance, and integration edge cases.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Granular task decomposition—before download—reduces ambiguity and unlocks parallel agent workflows.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Telemetry (retry logs, schema diffs) quantifies uplift so human oversight can be targeted, not constant.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Human QA/design judgement remains essential, but now informed by agent-generated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0" y="10058400"/>
            <a:ext cx="1554480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62120" y="10469880"/>
            <a:ext cx="145389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Next-Wave Autonomy Plan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Dynamic planner: automation sweeps hand off to an LLM splitter producing dependency-aware micro-briefs.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Context packs: auto-curate design QA references and past submissions to guide agents through ambiguity.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Risk dashboard: compare agent vs human throughput using the enhanced logging surface.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Closed-loop evaluation: feed outcomes back into feasibility scoring for continual recalibration.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6733520"/>
            <a:ext cx="114300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17145000"/>
            <a:ext cx="10424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Acknowledgements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Topcoder community &amp; copilots providing rich, real-world challenge data.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Open-source maintainers: requests, mysql-connector, pandas, pptx, pytest.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Research collaborators co-developing GPT-5 agent orchestration playbooks.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0" y="16733520"/>
            <a:ext cx="914400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04520" y="17145000"/>
            <a:ext cx="81381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1C2335"/>
                </a:solidFill>
              </a:defRPr>
            </a:pPr>
            <a:r>
              <a:t>Autonomy Snapshot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94 challenges demand human ownership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Top blocker: Testing &amp; quality (26 cases)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Full autonomy at just 1.5% of workload</a:t>
            </a:r>
          </a:p>
          <a:p>
            <a:pPr lvl="1">
              <a:defRPr sz="2800">
                <a:solidFill>
                  <a:srgbClr val="1C2335"/>
                </a:solidFill>
              </a:defRPr>
            </a:pPr>
            <a:r>
              <a:t>Supervised agents cut delivery to ~24 hrs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22860000" y="16459200"/>
          <a:ext cx="9144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3774400" y="9601200"/>
          <a:ext cx="7772400" cy="5943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