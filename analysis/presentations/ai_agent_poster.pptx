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Challenges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Partial</c:v>
                </c:pt>
                <c:pt idx="1">
                  <c:v>No</c:v>
                </c:pt>
                <c:pt idx="2">
                  <c:v>Yes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107</c:v>
                </c:pt>
                <c:pt idx="1">
                  <c:v>94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Challenges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Data science &amp; modeling, Integration &amp; automation: Building or refining predictive models with reliable evaluation and feature handling. &amp; Connecting disparate services reliably and handling edge cases across APIs.</c:v>
                </c:pt>
                <c:pt idx="1">
                  <c:v>UI/UX &amp; creative design, Testing &amp; quality: Delivering production-ready creative assets that align with subjective brand expectations. &amp; Creating comprehensive automated coverage and diagnosing regressions quickly.</c:v>
                </c:pt>
                <c:pt idx="2">
                  <c:v>Testing &amp; quality: Creating comprehensive automated coverage and diagnosing regressions quickly.</c:v>
                </c:pt>
                <c:pt idx="3">
                  <c:v>Integration &amp; automation, Testing &amp; quality: Connecting disparate services reliably and handling edge cases across APIs. &amp; Creating comprehensive automated coverage and diagnosing regressions quickly.</c:v>
                </c:pt>
                <c:pt idx="4">
                  <c:v>DevOps &amp; deployment: Coordinating reliable infrastructure-as-code and rollout strategies.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33</c:v>
                </c:pt>
                <c:pt idx="2">
                  <c:v>32</c:v>
                </c:pt>
                <c:pt idx="3">
                  <c:v>26</c:v>
                </c:pt>
                <c:pt idx="4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200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/>
            </a:pPr>
            <a:r>
              <a:t>Agentic Delivery Research: Topcoder DataCollector</a:t>
            </a:r>
          </a:p>
          <a:p>
            <a:pPr algn="ctr">
              <a:defRPr sz="3600"/>
            </a:pPr>
            <a:r>
              <a:t>Assessing where AI agents stall and how task decomposition closes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Introduction</a:t>
            </a:r>
          </a:p>
          <a:p>
            <a:pPr lvl="1">
              <a:defRPr sz="2600"/>
            </a:pPr>
            <a:r>
              <a:t>Repository refactored to ingest Topcoder challenges with resilient retries, telemetry, and automated migrations.</a:t>
            </a:r>
          </a:p>
          <a:p>
            <a:pPr lvl="1">
              <a:defRPr sz="2600"/>
            </a:pPr>
            <a:r>
              <a:t>Analytics pipeline scores AI-feasibility of software tasks, capturing autonomy vs human oversight needs.</a:t>
            </a:r>
          </a:p>
          <a:p>
            <a:pPr lvl="1">
              <a:defRPr sz="2600"/>
            </a:pPr>
            <a:r>
              <a:t>Purpose: investigate which software engineering tasks remain inaccessible to autonomous AI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2743200"/>
            <a:ext cx="10515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Methodology</a:t>
            </a:r>
          </a:p>
          <a:p>
            <a:pPr lvl="1">
              <a:defRPr sz="2600"/>
            </a:pPr>
            <a:r>
              <a:t>Collected monthly challenge data via resilient API downloader and MySQL uploader.</a:t>
            </a:r>
          </a:p>
          <a:p>
            <a:pPr lvl="1">
              <a:defRPr sz="2600"/>
            </a:pPr>
            <a:r>
              <a:t>Ran AI-feasibility heuristics to classify delivery modes across prize, track, and description metadata.</a:t>
            </a:r>
          </a:p>
          <a:p>
            <a:pPr lvl="1">
              <a:defRPr sz="2600"/>
            </a:pPr>
            <a:r>
              <a:t>Logged schema migrations + pipeline telemetry to benchmark agent interventions.</a:t>
            </a:r>
          </a:p>
          <a:p>
            <a:pPr lvl="1">
              <a:defRPr sz="2600"/>
            </a:pPr>
            <a:r>
              <a:t>Clustered autonomy blockers via aggregated independence outcomes and root-cause tags.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0" y="2743200"/>
            <a:ext cx="9601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Results</a:t>
            </a:r>
          </a:p>
          <a:p>
            <a:pPr lvl="1">
              <a:defRPr sz="2600"/>
            </a:pPr>
            <a:r>
              <a:t>Human-led delivery remains dominant: 94 challenges (46.1%).</a:t>
            </a:r>
          </a:p>
          <a:p>
            <a:pPr lvl="1">
              <a:defRPr sz="2600"/>
            </a:pPr>
            <a:r>
              <a:t>Blended human/agent work covers 107 challenges (52.5%).</a:t>
            </a:r>
          </a:p>
          <a:p>
            <a:pPr lvl="1">
              <a:defRPr sz="2600"/>
            </a:pPr>
            <a:r>
              <a:t>Only 3 challenges (1.5%) succeed with full agent autonomy.</a:t>
            </a:r>
          </a:p>
          <a:p>
            <a:pPr lvl="1">
              <a:defRPr sz="2600"/>
            </a:pPr>
            <a:r>
              <a:t>Top blockers: test automation debt, creative UX scope, multi-system integration complexity.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0"/>
            <a:ext cx="15087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Conclusion</a:t>
            </a:r>
          </a:p>
          <a:p>
            <a:pPr lvl="1">
              <a:defRPr sz="2600"/>
            </a:pPr>
            <a:r>
              <a:t>Autonomous agents falter on ambiguous, cross-discipline tasks without precise decomposition.</a:t>
            </a:r>
          </a:p>
          <a:p>
            <a:pPr lvl="1">
              <a:defRPr sz="2600"/>
            </a:pPr>
            <a:r>
              <a:t>Structured migrations + telemetry provide the scaffolding for measurable autonomy gains.</a:t>
            </a:r>
          </a:p>
          <a:p>
            <a:pPr lvl="1">
              <a:defRPr sz="2600"/>
            </a:pPr>
            <a:r>
              <a:t>Agent-human pairing remains essential for QA, design nuance, and integration resilience—yet optimisable via better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0" y="9144000"/>
            <a:ext cx="1600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Acknowledgements</a:t>
            </a:r>
          </a:p>
          <a:p>
            <a:pPr lvl="1">
              <a:defRPr sz="2600"/>
            </a:pPr>
            <a:r>
              <a:t>Topcoder community challenge authors providing datasets.</a:t>
            </a:r>
          </a:p>
          <a:p>
            <a:pPr lvl="1">
              <a:defRPr sz="2600"/>
            </a:pPr>
            <a:r>
              <a:t>Open-source contributors powering the collector pipeline (requests, mysql-connector, python-pptx, pandas).</a:t>
            </a:r>
          </a:p>
          <a:p>
            <a:pPr lvl="1">
              <a:defRPr sz="2600"/>
            </a:pPr>
            <a:r>
              <a:t>Research collaborators exploring GPT-5 agentic autonomy.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14400" y="15087600"/>
          <a:ext cx="10972800" cy="6400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3258800" y="15087600"/>
          <a:ext cx="18288000" cy="6400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