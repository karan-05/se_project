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Agents Struggle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Independence outcomes</a:t>
            </a:r>
          </a:p>
          <a:p>
            <a:pPr lvl="1"/>
            <a:r>
              <a:t>94 challenges (46.1%) still require human-led delivery</a:t>
            </a:r>
          </a:p>
          <a:p>
            <a:pPr lvl="1"/>
            <a:r>
              <a:t>107 challenges (52.5%) need blended human-agent ownership</a:t>
            </a:r>
          </a:p>
          <a:p>
            <a:pPr lvl="1"/>
            <a:r>
              <a:t>Only 3 challenges (1.5%) ship with full agent autonomy</a:t>
            </a:r>
          </a:p>
          <a:p>
            <a:r>
              <a:t>High-friction work types</a:t>
            </a:r>
          </a:p>
          <a:p>
            <a:pPr lvl="1"/>
            <a:r>
              <a:t>Data science &amp; modeling, Integration &amp; automation: Building or refining predictive models with reliable evaluation and feature handling. &amp; Connecting disparate services reliably and handling edge cases across APIs. — 43 tracked challenges</a:t>
            </a:r>
          </a:p>
          <a:p>
            <a:pPr lvl="1"/>
            <a:r>
              <a:t>UI/UX &amp; creative design, Testing &amp; quality: Delivering production-ready creative assets that align with subjective brand expectations. &amp; Creating comprehensive automated coverage and diagnosing regressions quickly. — 33 tracked challenges</a:t>
            </a:r>
          </a:p>
          <a:p>
            <a:pPr lvl="1"/>
            <a:r>
              <a:t>Testing &amp; quality: Creating comprehensive automated coverage and diagnosing regressions quickly. — 32 tracked challenges</a:t>
            </a:r>
          </a:p>
          <a:p>
            <a:pPr lvl="1"/>
            <a:r>
              <a:t>Integration &amp; automation, Testing &amp; quality: Connecting disparate services reliably and handling edge cases across APIs. &amp; Creating comprehensive automated coverage and diagnosing regressions quickly. — 26 tracked challenges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 to Unlock Agent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Roadmap</a:t>
            </a:r>
          </a:p>
          <a:p>
            <a:pPr lvl="1"/>
            <a:r>
              <a:t>Embed task decomposition agent: use existing monthly automation to split briefs before ingestion, producing AI-sized work units</a:t>
            </a:r>
          </a:p>
          <a:p>
            <a:pPr lvl="1"/>
            <a:r>
              <a:t>Codify triage loops: leverage uploader/member analytics to flag UX &amp; QA ambiguities for SME checkpoints</a:t>
            </a:r>
          </a:p>
          <a:p>
            <a:pPr lvl="1"/>
            <a:r>
              <a:t>Strengthen observability: log API retries + schema migrations to benchmark agent throughput vs humans</a:t>
            </a:r>
          </a:p>
          <a:p>
            <a:pPr lvl="1"/>
            <a:r>
              <a:t>Continuously calibrate heuristics: keep format + AI-feasibility tests green to detect drift early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